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3" r:id="rId5"/>
    <p:sldId id="264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3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210820" y="273566"/>
            <a:ext cx="6130344" cy="658444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altLang="ja-JP" dirty="0"/>
              <a:t>JOB</a:t>
            </a:r>
            <a:r>
              <a:rPr lang="ja-JP" altLang="en-US" dirty="0"/>
              <a:t>サポ</a:t>
            </a:r>
            <a:endParaRPr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6928833" y="5619727"/>
            <a:ext cx="5078569" cy="71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676400" y="3754438"/>
            <a:ext cx="9144000" cy="71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ja-JP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〜就活中のメンタルをサポートする〜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289518" y="3281928"/>
            <a:ext cx="3329446" cy="3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b="1" i="0"/>
              <a:t>なぜ作ったか</a:t>
            </a:r>
            <a:endParaRPr/>
          </a:p>
        </p:txBody>
      </p:sp>
      <p:grpSp>
        <p:nvGrpSpPr>
          <p:cNvPr id="94" name="Google Shape;94;p14"/>
          <p:cNvGrpSpPr/>
          <p:nvPr/>
        </p:nvGrpSpPr>
        <p:grpSpPr>
          <a:xfrm>
            <a:off x="1664852" y="1691092"/>
            <a:ext cx="8862295" cy="1845849"/>
            <a:chOff x="99099" y="404"/>
            <a:chExt cx="8862295" cy="1845849"/>
          </a:xfrm>
        </p:grpSpPr>
        <p:sp>
          <p:nvSpPr>
            <p:cNvPr id="95" name="Google Shape;95;p14"/>
            <p:cNvSpPr/>
            <p:nvPr/>
          </p:nvSpPr>
          <p:spPr>
            <a:xfrm>
              <a:off x="99099" y="404"/>
              <a:ext cx="2492520" cy="1582750"/>
            </a:xfrm>
            <a:prstGeom prst="roundRect">
              <a:avLst>
                <a:gd name="adj" fmla="val 10000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376045" y="263503"/>
              <a:ext cx="2492520" cy="158275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196"/>
              </a:schemeClr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422402" y="309860"/>
              <a:ext cx="2399806" cy="1490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ja-JP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面接や説明会ごとにメンタルが大きく変化する 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3145513" y="404"/>
              <a:ext cx="2492520" cy="1582750"/>
            </a:xfrm>
            <a:prstGeom prst="roundRect">
              <a:avLst>
                <a:gd name="adj" fmla="val 10000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422460" y="263503"/>
              <a:ext cx="2492520" cy="158275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196"/>
              </a:schemeClr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3468817" y="309860"/>
              <a:ext cx="2399806" cy="1490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ja-JP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自分の状態を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ja-JP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客観的に振り返る手段が少ない 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6191927" y="404"/>
              <a:ext cx="2492520" cy="1582750"/>
            </a:xfrm>
            <a:prstGeom prst="roundRect">
              <a:avLst>
                <a:gd name="adj" fmla="val 10000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6468874" y="263503"/>
              <a:ext cx="2492520" cy="158275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196"/>
              </a:schemeClr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6515231" y="309860"/>
              <a:ext cx="2399806" cy="1490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ja-JP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就活を一人で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ja-JP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抱え込みやすい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14"/>
          <p:cNvSpPr txBox="1"/>
          <p:nvPr/>
        </p:nvSpPr>
        <p:spPr>
          <a:xfrm>
            <a:off x="1694795" y="4120455"/>
            <a:ext cx="880241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メンタル変化を可視化し、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前向きに就活を続けられるアプリを作ろう！！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9067632" y="2819667"/>
            <a:ext cx="3032281" cy="3820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sz="4500" b="1" i="0"/>
              <a:t>こだわって実装した内容</a:t>
            </a:r>
            <a:endParaRPr sz="4500"/>
          </a:p>
        </p:txBody>
      </p:sp>
      <p:sp>
        <p:nvSpPr>
          <p:cNvPr id="111" name="Google Shape;111;p15"/>
          <p:cNvSpPr txBox="1"/>
          <p:nvPr/>
        </p:nvSpPr>
        <p:spPr>
          <a:xfrm>
            <a:off x="1157512" y="1386382"/>
            <a:ext cx="9106800" cy="287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バックエンド</a:t>
            </a:r>
            <a:r>
              <a:rPr lang="ja-JP" sz="3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・Render + PostgreSQL によるクラウドDB構築 </a:t>
            </a:r>
            <a:endParaRPr sz="15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・GORMで整合性を保つ安全なデータ管理 </a:t>
            </a:r>
            <a:endParaRPr sz="15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57512" y="3823411"/>
            <a:ext cx="10021500" cy="235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ja-JP" sz="3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フロントエンド</a:t>
            </a:r>
            <a:r>
              <a:rPr lang="ja-JP" sz="3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・キャラクターによる継続支援 UI</a:t>
            </a:r>
            <a:endParaRPr sz="3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・就活情報の一元管理と進捗可視化</a:t>
            </a:r>
            <a:endParaRPr sz="3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・スマホ対応レスポンシブ機能</a:t>
            </a:r>
            <a:endParaRPr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0"/>
          <p:cNvPicPr preferRelativeResize="0"/>
          <p:nvPr/>
        </p:nvPicPr>
        <p:blipFill rotWithShape="1">
          <a:blip r:embed="rId3">
            <a:alphaModFix amt="20000"/>
          </a:blip>
          <a:srcRect l="4523" t="13187" r="4425" b="11605"/>
          <a:stretch/>
        </p:blipFill>
        <p:spPr>
          <a:xfrm>
            <a:off x="2650901" y="518374"/>
            <a:ext cx="6890198" cy="582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b="1"/>
              <a:t>まとめ</a:t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2585179" y="3132786"/>
            <a:ext cx="7772910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・就活中のメンタル変化を記録・可視化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・キャラクター機能で前向に継続支援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・就活情報を一元管理できる設計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・安全性と拡張性を意識した開発基盤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1636473" y="1902000"/>
            <a:ext cx="96703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4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就活を、記録から前向きな体験へ。</a:t>
            </a:r>
            <a:endParaRPr sz="4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3431606" y="632887"/>
            <a:ext cx="5328788" cy="59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1133341" y="3889420"/>
            <a:ext cx="56023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参考文献　　いらすとや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ワイド画面</PresentationFormat>
  <Paragraphs>28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7" baseType="lpstr">
      <vt:lpstr>Arial</vt:lpstr>
      <vt:lpstr>Office テーマ</vt:lpstr>
      <vt:lpstr>JOBサポ</vt:lpstr>
      <vt:lpstr>なぜ作ったか</vt:lpstr>
      <vt:lpstr>こだわって実装した内容</vt:lpstr>
      <vt:lpstr>まとめ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CTA24 佐藤 輝三</cp:lastModifiedBy>
  <cp:revision>1</cp:revision>
  <dcterms:modified xsi:type="dcterms:W3CDTF">2026-08-26T10:38:54Z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504514-6e13-49d7-8203-001e97ae7662_Enabled">
    <vt:lpwstr>true</vt:lpwstr>
  </property>
  <property fmtid="{D5CDD505-2E9C-101B-9397-08002B2CF9AE}" pid="3" name="MSIP_Label_9f504514-6e13-49d7-8203-001e97ae7662_SetDate">
    <vt:lpwstr>2026-08-26T10:38:54Z</vt:lpwstr>
  </property>
  <property fmtid="{D5CDD505-2E9C-101B-9397-08002B2CF9AE}" pid="4" name="MSIP_Label_9f504514-6e13-49d7-8203-001e97ae7662_Method">
    <vt:lpwstr>Standard</vt:lpwstr>
  </property>
  <property fmtid="{D5CDD505-2E9C-101B-9397-08002B2CF9AE}" pid="5" name="MSIP_Label_9f504514-6e13-49d7-8203-001e97ae7662_Name">
    <vt:lpwstr>defa4170-0d19-0005-0004-bc88714345d2</vt:lpwstr>
  </property>
  <property fmtid="{D5CDD505-2E9C-101B-9397-08002B2CF9AE}" pid="6" name="MSIP_Label_9f504514-6e13-49d7-8203-001e97ae7662_SiteId">
    <vt:lpwstr>1a0fe579-7f10-4395-ac1e-6c52a1509b88</vt:lpwstr>
  </property>
  <property fmtid="{D5CDD505-2E9C-101B-9397-08002B2CF9AE}" pid="7" name="MSIP_Label_9f504514-6e13-49d7-8203-001e97ae7662_ActionId">
    <vt:lpwstr>2c2d94ee-29a6-482e-99e2-5d4498471c62</vt:lpwstr>
  </property>
  <property fmtid="{D5CDD505-2E9C-101B-9397-08002B2CF9AE}" pid="8" name="MSIP_Label_9f504514-6e13-49d7-8203-001e97ae7662_ContentBits">
    <vt:lpwstr>0</vt:lpwstr>
  </property>
  <property fmtid="{D5CDD505-2E9C-101B-9397-08002B2CF9AE}" pid="9" name="MSIP_Label_9f504514-6e13-49d7-8203-001e97ae7662_Tag">
    <vt:lpwstr>10, 3, 0, 1</vt:lpwstr>
  </property>
</Properties>
</file>